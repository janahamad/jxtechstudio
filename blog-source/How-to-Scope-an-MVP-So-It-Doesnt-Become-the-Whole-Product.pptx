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444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to Scope an MVP So It Doesn't Become the Whole Product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63936"/>
            <a:ext cx="8151763" cy="2385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 of the biggest mistakes startups make isn't building too little—it's building too much.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idea starts with a simple goal: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"Let's build an MVP in two months."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few weeks later, someone suggests adding user profiles. Then notifications. Then analytics. Then a payment system. Before long, the MVP has quietly become the entire product.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 how do you avoid that?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key is understanding what an MVP is actually meant to achieve.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1086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Is an MVP?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66454"/>
            <a:ext cx="4722763" cy="2066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MVP stands for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Minimum Viable Product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Notice the emphasis on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minimum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MVP isn't an unfinished product or a low-quality version of your idea. It's the smallest version of your product that solves one real problem for one specific group of users.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Its purpose isn't to impress everyone—it's to validate your assumptions as quickly as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78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Start With One Core Problem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4323"/>
            <a:ext cx="8151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writing a single line of code, answer this question: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What is the one problem we're trying to solve?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your product tries to solve five different problems from day one, your MVP is already too large.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focused MVP has one clear objective.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example: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3185740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332749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Food Delivery MVP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3634011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food delivery MVP helps users order food.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3185740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402360" y="332749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Management MVP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2360" y="3634011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project management MVP helps teams track tasks.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3185740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66842" y="332749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Booking Platform MVP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6842" y="3634011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booking platform MVP allows customers to reserve appointments.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438886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Everything else is secondary.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057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Separate "Need" From "Nice to Have"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13904"/>
            <a:ext cx="8151763" cy="12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feature request should face a simple test:</a:t>
            </a:r>
            <a:endParaRPr lang="en-US" sz="1050" dirty="0"/>
          </a:p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Can users achieve the main goal without this feature?</a:t>
            </a:r>
            <a:endParaRPr lang="en-US" sz="1050" dirty="0"/>
          </a:p>
          <a:p>
            <a:pPr algn="l" indent="0" marL="0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the answer is yes, it probably doesn't belong in the first release.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Examples of features that are often postponed: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2537892"/>
            <a:ext cx="2631430" cy="519336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0230" y="2692003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Dark mode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56285" y="2537892"/>
            <a:ext cx="2631430" cy="519336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0396" y="2692003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Push notifications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16451" y="2537892"/>
            <a:ext cx="2631430" cy="519336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0563" y="2692003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Advanced analytics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3185964"/>
            <a:ext cx="2631430" cy="519336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230" y="3340075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Social login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6285" y="3185964"/>
            <a:ext cx="2631430" cy="519336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396" y="3340075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Referral programs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16451" y="3185964"/>
            <a:ext cx="2631430" cy="519336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0563" y="3340075"/>
            <a:ext cx="2323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Multiple user roles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6119" y="3834036"/>
            <a:ext cx="8151763" cy="519336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230" y="3988147"/>
            <a:ext cx="78435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AI-powered recommendations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6119" y="4498256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features can add value, but they rarely determine whether the core idea succeeds.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17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Define Success Before Development Starts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8294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teams build without knowing what success looks like.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Instead, decide what you want to learn.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example: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754213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747144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Will users sign up?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684" y="2754213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747144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Will they complete a purchase?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50" y="3470077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463007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Will they return after a week?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3684" y="3470077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21250" y="3463007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Are they willing to pay?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96119" y="40548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Your MVP should be designed to answer these questions—not to include every feature on your roadmap.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60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Build for Early Users, Not Everyone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12590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Trying to satisfy every possible customer is one of the fastest ways to delay a launch.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Instead, identify a specific audience.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yourself: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307144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56816" y="3117503"/>
            <a:ext cx="2138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 has this problem today?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72433" y="307144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733130" y="3117503"/>
            <a:ext cx="2138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 needs a solution the most?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48747" y="307144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509445" y="3117503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 is most likely to provide useful feedback?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73060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focused audience leads to a more focused product.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57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Expect Manual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11374"/>
            <a:ext cx="8151763" cy="134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founders try to automate everything before launch.</a:t>
            </a:r>
            <a:endParaRPr lang="en-US" sz="1050" dirty="0"/>
          </a:p>
          <a:p>
            <a:pPr algn="l" indent="0" marL="0">
              <a:lnSpc>
                <a:spcPct val="13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But automation takes time.</a:t>
            </a:r>
            <a:endParaRPr lang="en-US" sz="1050" dirty="0"/>
          </a:p>
          <a:p>
            <a:pPr algn="l" indent="0" marL="0">
              <a:lnSpc>
                <a:spcPct val="132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an MVP, it's often perfectly acceptable to handle certain processes manually behind the scenes.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Examples include: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615133"/>
            <a:ext cx="348853" cy="3488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35660"/>
            <a:ext cx="39900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Sending emails manually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99" y="2615133"/>
            <a:ext cx="348853" cy="3488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7799" y="3135660"/>
            <a:ext cx="39900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Reviewing submissions yourself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628430"/>
            <a:ext cx="348853" cy="3488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4148956"/>
            <a:ext cx="39900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Processing payments manually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7799" y="3628430"/>
            <a:ext cx="348853" cy="3488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57799" y="4148956"/>
            <a:ext cx="39900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Managing customer support directly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96119" y="4521473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manual work helps you validate your idea faster, it's often the right trade-off.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2427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Leave Room for Feedback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79861"/>
            <a:ext cx="4722763" cy="1839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first version of your product isn't supposed to be perfect.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It's supposed to teach you something.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 users will reveal problems you never anticipated and suggest improvements you hadn't considered.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Launching earlier gives you the opportunity to build what users actually need—not what you assume they want.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29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Simple MVP Checklist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2940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adding a feature, ask: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15691"/>
            <a:ext cx="4004965" cy="548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476500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 it solve the core problem?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315691"/>
            <a:ext cx="4005039" cy="548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476500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Will users fail without it?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5484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166690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 it help validate our main assumption?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5484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79851" y="3166690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 it wait until after launch?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96119" y="371378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most answers are "no," save it for a future release.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49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Common MVP Mistakes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142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teams delay their launch because they keep adding features like: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27709"/>
            <a:ext cx="4004965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169468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achievements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027709"/>
            <a:ext cx="4005039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2169468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 dashboards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2679799"/>
            <a:ext cx="4004965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37877" y="2821558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Advanced reporting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2842" y="2679799"/>
            <a:ext cx="4005039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784601" y="2821558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features that aren't essential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31890"/>
            <a:ext cx="4004965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473648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Extensive customization options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331890"/>
            <a:ext cx="4005039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473648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Multiple payment methods from day 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00169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improvements can come later. They shouldn't prevent users from experiencing the product's core value.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2026-07-08T09:35:49Z</dcterms:created>
  <dcterms:modified xsi:type="dcterms:W3CDTF">2026-07-08T09:35:49Z</dcterms:modified>
</cp:coreProperties>
</file>
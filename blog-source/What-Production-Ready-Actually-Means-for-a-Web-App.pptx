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7623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"Production-Ready" Actually Means for a Web App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57115"/>
            <a:ext cx="8151763" cy="1998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Many developers finish building a web application and immediately say: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"It's production-ready."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But is it?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web app isn't production-ready simply because it works on your local machine. Production readiness means the application can reliably handle real users, failures, updates, and growth.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Here's what that actually looks like.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291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1. Security Comes First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09415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Before anything else, your application should be secure.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That means: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281982"/>
            <a:ext cx="1931566" cy="775246"/>
          </a:xfrm>
          <a:prstGeom prst="roundRect">
            <a:avLst>
              <a:gd name="adj" fmla="val 274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6927" y="2442790"/>
            <a:ext cx="160994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HTTPS enabled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9443" y="2281982"/>
            <a:ext cx="1931640" cy="775246"/>
          </a:xfrm>
          <a:prstGeom prst="roundRect">
            <a:avLst>
              <a:gd name="adj" fmla="val 274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30252" y="2442790"/>
            <a:ext cx="16100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Strong authentication and authorization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2281982"/>
            <a:ext cx="1931640" cy="775246"/>
          </a:xfrm>
          <a:prstGeom prst="roundRect">
            <a:avLst>
              <a:gd name="adj" fmla="val 274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3651" y="2442790"/>
            <a:ext cx="16100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Passwords securely hashed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16241" y="2281982"/>
            <a:ext cx="1931640" cy="775246"/>
          </a:xfrm>
          <a:prstGeom prst="roundRect">
            <a:avLst>
              <a:gd name="adj" fmla="val 274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7050" y="2442790"/>
            <a:ext cx="16100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Input validation and sanitization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198986"/>
            <a:ext cx="4004965" cy="775246"/>
          </a:xfrm>
          <a:prstGeom prst="roundRect">
            <a:avLst>
              <a:gd name="adj" fmla="val 274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927" y="3359795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Protection against common attacks like SQL Injection and XSS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2842" y="3198986"/>
            <a:ext cx="4005039" cy="775246"/>
          </a:xfrm>
          <a:prstGeom prst="roundRect">
            <a:avLst>
              <a:gd name="adj" fmla="val 274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3651" y="3359795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Environment variables used for secrets instead of hardcoding them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119" y="413370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feature-rich application isn't useful if it's vulnerable.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1086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2. Proper Error Handling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866454"/>
            <a:ext cx="4722763" cy="2066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Things will go wrong.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Databases disconnect. Third-party APIs fail. Users submit unexpected data.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production-ready application handles these situations gracefully instead of crashing or exposing technical errors to users.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Users should see helpful messages, while developers should receive detailed logs to investigate the issue.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131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3. Logging and Monitoring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67817"/>
            <a:ext cx="8151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your application goes down at 2 AM, how will you know?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Production systems need visibility.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includes: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626668"/>
            <a:ext cx="1931566" cy="737146"/>
          </a:xfrm>
          <a:prstGeom prst="roundRect">
            <a:avLst>
              <a:gd name="adj" fmla="val 2885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768426"/>
            <a:ext cx="164804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Centralized application logs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9443" y="2626668"/>
            <a:ext cx="1931640" cy="737146"/>
          </a:xfrm>
          <a:prstGeom prst="roundRect">
            <a:avLst>
              <a:gd name="adj" fmla="val 2885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2711202" y="2768426"/>
            <a:ext cx="16481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Server monitoring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2626668"/>
            <a:ext cx="1931640" cy="737146"/>
          </a:xfrm>
          <a:prstGeom prst="roundRect">
            <a:avLst>
              <a:gd name="adj" fmla="val 2885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4784601" y="2768426"/>
            <a:ext cx="16481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Performance metrics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16241" y="2626668"/>
            <a:ext cx="1931640" cy="737146"/>
          </a:xfrm>
          <a:prstGeom prst="roundRect">
            <a:avLst>
              <a:gd name="adj" fmla="val 2885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2768426"/>
            <a:ext cx="16481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Error tracking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505572"/>
            <a:ext cx="4004965" cy="510332"/>
          </a:xfrm>
          <a:prstGeom prst="roundRect">
            <a:avLst>
              <a:gd name="adj" fmla="val 416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37877" y="3647331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Resource usage monitoring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2842" y="3505572"/>
            <a:ext cx="4005039" cy="510332"/>
          </a:xfrm>
          <a:prstGeom prst="roundRect">
            <a:avLst>
              <a:gd name="adj" fmla="val 4167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4784601" y="3647331"/>
            <a:ext cx="37215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Alerts for critical failures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119" y="417537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you can't monitor it, you can't reliably maintain it.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178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4. Automated Backups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88294"/>
            <a:ext cx="8151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Every production application stores valuable data.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That data should be backed up automatically and tested regularly.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backup strategy should answer: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250" y="2754213"/>
            <a:ext cx="212601" cy="2126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2747144"/>
            <a:ext cx="3526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How often are backups created?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3684" y="2754213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1250" y="2747144"/>
            <a:ext cx="3526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Where are they stored?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250" y="3470077"/>
            <a:ext cx="212601" cy="21260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56816" y="3463007"/>
            <a:ext cx="3526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How long are they retained?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13684" y="3470077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121250" y="3463007"/>
            <a:ext cx="3526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How quickly can the application recover?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496119" y="405482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Backups are only useful if they can actually be restored.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131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5. Deployment Without Downtime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67817"/>
            <a:ext cx="8151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Uploading files directly to a server isn't a deployment strategy.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Production applications should support predictable deployments that minimize downtime and reduce risk.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often includes: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626668"/>
            <a:ext cx="1931566" cy="737146"/>
          </a:xfrm>
          <a:prstGeom prst="roundRect">
            <a:avLst>
              <a:gd name="adj" fmla="val 2885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768426"/>
            <a:ext cx="164804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CI/CD pipelines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9443" y="2626668"/>
            <a:ext cx="1931640" cy="737146"/>
          </a:xfrm>
          <a:prstGeom prst="roundRect">
            <a:avLst>
              <a:gd name="adj" fmla="val 2885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2711202" y="2768426"/>
            <a:ext cx="16481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testing before deployment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2626668"/>
            <a:ext cx="1931640" cy="737146"/>
          </a:xfrm>
          <a:prstGeom prst="roundRect">
            <a:avLst>
              <a:gd name="adj" fmla="val 2885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4784601" y="2768426"/>
            <a:ext cx="16481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Rollback capability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16241" y="2626668"/>
            <a:ext cx="1931640" cy="737146"/>
          </a:xfrm>
          <a:prstGeom prst="roundRect">
            <a:avLst>
              <a:gd name="adj" fmla="val 2885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2768426"/>
            <a:ext cx="16481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505572"/>
            <a:ext cx="8151763" cy="510332"/>
          </a:xfrm>
          <a:prstGeom prst="roundRect">
            <a:avLst>
              <a:gd name="adj" fmla="val 416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37877" y="3647331"/>
            <a:ext cx="7868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Staging environments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6119" y="417537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Reliable deployments make updates less stressful for both developers and users.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9631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6. Performance Optimization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22822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production-ready application should provide a smooth experience under real-world conditions.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includes: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395389"/>
            <a:ext cx="1931566" cy="775246"/>
          </a:xfrm>
          <a:prstGeom prst="roundRect">
            <a:avLst>
              <a:gd name="adj" fmla="val 274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6927" y="2556197"/>
            <a:ext cx="160994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Fast page loads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9443" y="2395389"/>
            <a:ext cx="1931640" cy="775246"/>
          </a:xfrm>
          <a:prstGeom prst="roundRect">
            <a:avLst>
              <a:gd name="adj" fmla="val 274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30252" y="2556197"/>
            <a:ext cx="16100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Database query optimization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2395389"/>
            <a:ext cx="1931640" cy="775246"/>
          </a:xfrm>
          <a:prstGeom prst="roundRect">
            <a:avLst>
              <a:gd name="adj" fmla="val 274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3651" y="2556197"/>
            <a:ext cx="16100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Caching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16241" y="2395389"/>
            <a:ext cx="1931640" cy="775246"/>
          </a:xfrm>
          <a:prstGeom prst="roundRect">
            <a:avLst>
              <a:gd name="adj" fmla="val 274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7050" y="2556197"/>
            <a:ext cx="16100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Image optimization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312393"/>
            <a:ext cx="4004965" cy="548432"/>
          </a:xfrm>
          <a:prstGeom prst="roundRect">
            <a:avLst>
              <a:gd name="adj" fmla="val 387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927" y="3473202"/>
            <a:ext cx="36833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Asset compression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2842" y="3312393"/>
            <a:ext cx="4005039" cy="548432"/>
          </a:xfrm>
          <a:prstGeom prst="roundRect">
            <a:avLst>
              <a:gd name="adj" fmla="val 387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3651" y="3473202"/>
            <a:ext cx="3683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Lazy loading where appropriate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119" y="402029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Performance isn't just about speed—it directly affects user experience.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131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7. Scalability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67817"/>
            <a:ext cx="8151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Your application may serve 10 users today and 10,000 tomorrow.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production-ready architecture should be able to grow without requiring a complete rebuild.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Consider: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626668"/>
            <a:ext cx="1931566" cy="737146"/>
          </a:xfrm>
          <a:prstGeom prst="roundRect">
            <a:avLst>
              <a:gd name="adj" fmla="val 2885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768426"/>
            <a:ext cx="164804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Horizontal scaling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9443" y="2626668"/>
            <a:ext cx="1931640" cy="737146"/>
          </a:xfrm>
          <a:prstGeom prst="roundRect">
            <a:avLst>
              <a:gd name="adj" fmla="val 2885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2711202" y="2768426"/>
            <a:ext cx="16481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Load balancing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2626668"/>
            <a:ext cx="1931640" cy="737146"/>
          </a:xfrm>
          <a:prstGeom prst="roundRect">
            <a:avLst>
              <a:gd name="adj" fmla="val 2885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4784601" y="2768426"/>
            <a:ext cx="16481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Stateless application design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16241" y="2626668"/>
            <a:ext cx="1931640" cy="737146"/>
          </a:xfrm>
          <a:prstGeom prst="roundRect">
            <a:avLst>
              <a:gd name="adj" fmla="val 2885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2768426"/>
            <a:ext cx="16481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Efficient database architecture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505572"/>
            <a:ext cx="8151763" cy="510332"/>
          </a:xfrm>
          <a:prstGeom prst="roundRect">
            <a:avLst>
              <a:gd name="adj" fmla="val 416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37877" y="3647331"/>
            <a:ext cx="7868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CDN support for static assets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6119" y="417537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Planning for growth early prevents major problems later.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1745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8. Configuration Management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173039"/>
            <a:ext cx="4722763" cy="1453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Every environment should have its own configuration.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Development, staging, and production should never share the same credentials or settings.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Configuration should be managed through environment variables or secure configuration systems—not edited directly in the source code.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1662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9. Documentation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43124"/>
            <a:ext cx="8151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Production readiness isn't just about code.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Good documentation helps teams maintain the application over time.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Useful documentation includes: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701975"/>
            <a:ext cx="1931566" cy="548432"/>
          </a:xfrm>
          <a:prstGeom prst="roundRect">
            <a:avLst>
              <a:gd name="adj" fmla="val 387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6927" y="2862783"/>
            <a:ext cx="160994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Installation steps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9443" y="2701975"/>
            <a:ext cx="1931640" cy="548432"/>
          </a:xfrm>
          <a:prstGeom prst="roundRect">
            <a:avLst>
              <a:gd name="adj" fmla="val 387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30252" y="2862783"/>
            <a:ext cx="16100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Deployment process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2701975"/>
            <a:ext cx="1931640" cy="548432"/>
          </a:xfrm>
          <a:prstGeom prst="roundRect">
            <a:avLst>
              <a:gd name="adj" fmla="val 387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3651" y="2862783"/>
            <a:ext cx="16100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Environment variables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16241" y="2701975"/>
            <a:ext cx="1931640" cy="548432"/>
          </a:xfrm>
          <a:prstGeom prst="roundRect">
            <a:avLst>
              <a:gd name="adj" fmla="val 387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7050" y="2862783"/>
            <a:ext cx="16100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392165"/>
            <a:ext cx="4004965" cy="548432"/>
          </a:xfrm>
          <a:prstGeom prst="roundRect">
            <a:avLst>
              <a:gd name="adj" fmla="val 387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927" y="3552974"/>
            <a:ext cx="36833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API documentation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2842" y="3392165"/>
            <a:ext cx="4005039" cy="548432"/>
          </a:xfrm>
          <a:prstGeom prst="roundRect">
            <a:avLst>
              <a:gd name="adj" fmla="val 3877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3651" y="3552974"/>
            <a:ext cx="3683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Backup and recovery procedures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119" y="410006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only one developer understands the system, it's not truly production-ready.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2026-07-08T09:33:34Z</dcterms:created>
  <dcterms:modified xsi:type="dcterms:W3CDTF">2026-07-08T09:33:34Z</dcterms:modified>
</cp:coreProperties>
</file>
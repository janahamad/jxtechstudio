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0737"/>
            <a:ext cx="472276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React vs Next.js: When Each One Actually Makes Sense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496119" y="1112044"/>
            <a:ext cx="4722763" cy="125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spcAft>
                <a:spcPts val="550"/>
              </a:spcAft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you've been building web applications recently, you've probably heard the question:</a:t>
            </a:r>
            <a:endParaRPr lang="en-US" sz="750" dirty="0"/>
          </a:p>
          <a:p>
            <a:pPr algn="l" indent="0" marL="0">
              <a:lnSpc>
                <a:spcPct val="111000"/>
              </a:lnSpc>
              <a:spcAft>
                <a:spcPts val="550"/>
              </a:spcAft>
              <a:buNone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"Should I use React or Next.js?"</a:t>
            </a:r>
            <a:endParaRPr lang="en-US" sz="750" dirty="0"/>
          </a:p>
          <a:p>
            <a:pPr algn="l" indent="0" marL="0">
              <a:lnSpc>
                <a:spcPct val="111000"/>
              </a:lnSpc>
              <a:spcAft>
                <a:spcPts val="550"/>
              </a:spcAft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truth is, they're not direct competitors.</a:t>
            </a:r>
            <a:endParaRPr lang="en-US" sz="750" dirty="0"/>
          </a:p>
          <a:p>
            <a:pPr algn="l" indent="0" marL="0">
              <a:lnSpc>
                <a:spcPct val="111000"/>
              </a:lnSpc>
              <a:spcAft>
                <a:spcPts val="550"/>
              </a:spcAft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is a JavaScript library for building user interfaces, while Next.js is a framework built on top of React that adds features like routing, server-side rendering, API routes, and performance optimizations.</a:t>
            </a:r>
            <a:endParaRPr lang="en-US" sz="750" dirty="0"/>
          </a:p>
          <a:p>
            <a:pPr algn="l" indent="0" marL="0">
              <a:lnSpc>
                <a:spcPct val="111000"/>
              </a:lnSpc>
              <a:spcAft>
                <a:spcPts val="550"/>
              </a:spcAft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real question is:</a:t>
            </a:r>
            <a:endParaRPr lang="en-US" sz="750" dirty="0"/>
          </a:p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Do you need React by itself, or do you need everything that Next.js provides?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2459608"/>
            <a:ext cx="472276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Choose React when...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96119" y="2793727"/>
            <a:ext cx="5179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is a great choice if you're building: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27583" y="2993082"/>
            <a:ext cx="2382292" cy="1729606"/>
          </a:xfrm>
          <a:prstGeom prst="roundRect">
            <a:avLst>
              <a:gd name="adj" fmla="val 826"/>
            </a:avLst>
          </a:prstGeom>
          <a:solidFill>
            <a:srgbClr val="2150FE"/>
          </a:solidFill>
          <a:ln/>
        </p:spPr>
      </p:sp>
      <p:sp>
        <p:nvSpPr>
          <p:cNvPr id="8" name="Text 5"/>
          <p:cNvSpPr/>
          <p:nvPr/>
        </p:nvSpPr>
        <p:spPr>
          <a:xfrm>
            <a:off x="522833" y="3057079"/>
            <a:ext cx="2191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 Cases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2833" y="3269903"/>
            <a:ext cx="2191792" cy="85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Single Page Applications (SPAs)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dashboards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Admin panels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Applications that rely heavily on client-side interactions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Projects where SEO isn't important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978423" y="3057079"/>
            <a:ext cx="224522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78423" y="3269903"/>
            <a:ext cx="2245221" cy="576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Lightweight and flexible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Huge ecosystem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control over your project structure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Easier to understand for beginners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978423" y="3910682"/>
            <a:ext cx="224522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Best examples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78423" y="4123506"/>
            <a:ext cx="2245221" cy="576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CRM systems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Inventory management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business tools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SaaS dashboards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674"/>
            <a:ext cx="8151763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Choose Next.js when...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91480"/>
            <a:ext cx="8151763" cy="46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Next.js shines when your application needs more than just a frontend.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It's ideal for: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09947" y="1471166"/>
            <a:ext cx="4102298" cy="3281660"/>
          </a:xfrm>
          <a:prstGeom prst="roundRect">
            <a:avLst>
              <a:gd name="adj" fmla="val 54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529530" y="1572071"/>
            <a:ext cx="386313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9530" y="1859831"/>
            <a:ext cx="3863132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Marketing websites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 websites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Blogs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E-commerce stores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SaaS landing pages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Applications that need fast loading and strong SEO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22688" y="1572071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Advantages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2688" y="1859831"/>
            <a:ext cx="3929955" cy="144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Built-in routing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Server-Side Rendering (SSR)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Site Generation (SSG)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Routes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 optimization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Better SEO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Excellent performance out of the box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2688" y="3406899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Best examples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22688" y="3694658"/>
            <a:ext cx="3929955" cy="1022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websites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Online stores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Documentation platforms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News websites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Public-facing SaaS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262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3049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developers assume Next.js is always faster.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 exactly.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503066"/>
            <a:ext cx="4004965" cy="7752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663875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well-built React application can be extremely fast.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503066"/>
            <a:ext cx="4005039" cy="7752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663875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Next.js improves the initial page load and search engine visibility through server rendering and static generation.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6119" y="3437781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users mostly interact after logging in, React is often enough.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your pages need to be discovered by Google or loaded instantly for first-time visitors, Next.js usually has the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312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971005"/>
            <a:ext cx="8151763" cy="1839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is where Next.js clearly stands out.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applications typically render content in the browser, which can make SEO more challenging without additional configuration.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Next.js can render pages on the server before they're sent to the browser, making content immediately available to search engines.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organic traffic matters, Next.js is often the better choice.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581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Developer Experience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94022" y="1872779"/>
            <a:ext cx="4107135" cy="1964829"/>
          </a:xfrm>
          <a:prstGeom prst="roundRect">
            <a:avLst>
              <a:gd name="adj" fmla="val 1082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14538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React gives you freedom.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77753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React, you'll usually configure: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732112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Routing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fetching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Project structure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optimizations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0145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Next.js gives you conventions.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37775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Next.js, much of this is already built in, allowing you to focus more on building features instead of configuring your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342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Which One Should You Pick?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937171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There's no universal winner.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8384" y="1236092"/>
            <a:ext cx="4102745" cy="1488653"/>
          </a:xfrm>
          <a:prstGeom prst="roundRect">
            <a:avLst>
              <a:gd name="adj" fmla="val 1228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530200" y="1340718"/>
            <a:ext cx="385911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Choose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React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if you need: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200" y="1635696"/>
            <a:ext cx="3859113" cy="834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applications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Dashboards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customization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 client-side apps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5367" y="1340718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Choose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2D47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Next.js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if you need: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5367" y="1635696"/>
            <a:ext cx="3927277" cy="10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SEO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 public websites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Better performance for first-time visitors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Built-in routing and server rendering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production-ready framework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6119" y="2881759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Final Thoughts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6119" y="3343275"/>
            <a:ext cx="8151763" cy="13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Think of React as the engine.</a:t>
            </a:r>
            <a:endParaRPr lang="en-US" sz="950" dirty="0"/>
          </a:p>
          <a:p>
            <a:pPr algn="l" indent="0" marL="0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Think of Next.js as the complete car.</a:t>
            </a:r>
            <a:endParaRPr lang="en-US" sz="950" dirty="0"/>
          </a:p>
          <a:p>
            <a:pPr algn="l" indent="0" marL="0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all you need is an interactive application for authenticated users, React is often enough.</a:t>
            </a:r>
            <a:endParaRPr lang="en-US" sz="950" dirty="0"/>
          </a:p>
          <a:p>
            <a:pPr algn="l" indent="0" marL="0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you're building a modern website that needs speed, scalability, and search engine visibility, Next.js is usually the smarter choice.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best choice isn't about following trends—it's about selecting the right tool for your project's actual requirements.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2026-07-08T09:28:49Z</dcterms:created>
  <dcterms:modified xsi:type="dcterms:W3CDTF">2026-07-08T09:28:49Z</dcterms:modified>
</cp:coreProperties>
</file>